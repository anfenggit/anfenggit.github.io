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99-7792-88ef-8000-0000c4233b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aa-55b2-8342-8000-00007a1e0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ae-c1a2-8d8a-8000-00009bd07f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b0-0622-8f4a-8000-00007a77e3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b5-aa32-8afe-8000-00007bc169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aac-0f42-88a0-8000-00002a0ad2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AI重塑未来工作生态</dc:title>
  <dc:subject>AI重塑未来工作生态</dc:subject>
  <dc:creator>Kimi</dc:creator>
  <cp:lastModifiedBy>Kimi</cp:lastModifiedBy>
  <cp:revision>1</cp:revision>
  <dcterms:created xsi:type="dcterms:W3CDTF">2025-12-03T10:04:31Z</dcterms:created>
  <dcterms:modified xsi:type="dcterms:W3CDTF">2025-12-03T10:04:31Z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{"Label":"AI重塑未来工作生态","ContentProducer":"001191110108MACG2KBH8F10000","ProduceID":"d4o0kqmdcmoqm7fr8hj0","ReservedCode1":"","ContentPropagator":"001191110108MACG2KBH8F20000","PropagateID":"d4o0kqmdcmoqm7fr8hj0","ReservedCode2":""}</vt:lpwstr>
  </property>
</Properties>
</file>