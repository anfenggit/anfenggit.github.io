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318B3-67CA-4C4F-ABD0-A6E59AF9705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BED38-C711-4245-A91C-9623756426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dssddssdds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WPS 演示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Aptos Display</vt:lpstr>
      <vt:lpstr>Segoe UI Variable Display</vt:lpstr>
      <vt:lpstr>Aptos</vt:lpstr>
      <vt:lpstr>Segoe UI</vt:lpstr>
      <vt:lpstr>等线</vt:lpstr>
      <vt:lpstr>微软雅黑</vt:lpstr>
      <vt:lpstr>Arial Unicode MS</vt:lpstr>
      <vt:lpstr>Calibri</vt:lpstr>
      <vt:lpstr>Office Theme</vt:lpstr>
      <vt:lpstr>TEST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Masri</dc:creator>
  <cp:lastModifiedBy>安锋</cp:lastModifiedBy>
  <cp:revision>2</cp:revision>
  <dcterms:created xsi:type="dcterms:W3CDTF">2025-07-25T11:31:00Z</dcterms:created>
  <dcterms:modified xsi:type="dcterms:W3CDTF">2025-12-18T06:26:42Z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D8699468C1E943C7860469F190129203_12</vt:lpwstr>
  </property>
  <property fmtid="{D5CDD505-2E9C-101B-9397-08002B2CF9AE}" pid="3" name="KSOProductBuildVer">
    <vt:lpwstr>2052-12.1.0.24034</vt:lpwstr>
  </property>
</Properties>
</file>