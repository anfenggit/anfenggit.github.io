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8" r:id="rId6"/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3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4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6055961" y="826274"/>
            <a:ext cx="5909293" cy="5793934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34330" y="1677670"/>
            <a:ext cx="6643370" cy="51803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02945" y="1304926"/>
            <a:ext cx="539305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01675" y="3740150"/>
            <a:ext cx="2880995" cy="5803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1276350"/>
            <a:ext cx="10799475" cy="490156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837565" y="3313430"/>
            <a:ext cx="3971925" cy="352361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565" y="565150"/>
            <a:ext cx="2129790" cy="108140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245" y="2017395"/>
            <a:ext cx="3556000" cy="48317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1155700" y="2376170"/>
            <a:ext cx="2943225" cy="3514725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869950" y="1550035"/>
            <a:ext cx="3757930" cy="3262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61000" y="3408045"/>
            <a:ext cx="5892800" cy="1761490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461000" y="2364740"/>
            <a:ext cx="5892800" cy="96012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4800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325" y="1276350"/>
            <a:ext cx="5324475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276350"/>
            <a:ext cx="5322600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326" y="1276350"/>
            <a:ext cx="5302250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326" y="2061275"/>
            <a:ext cx="5302250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276350"/>
            <a:ext cx="5329238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061275"/>
            <a:ext cx="5329238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360000"/>
            <a:ext cx="10806113" cy="58176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325" y="1296000"/>
            <a:ext cx="10806113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217227" y="854899"/>
            <a:ext cx="5597566" cy="5917440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90590" y="2422525"/>
            <a:ext cx="5417185" cy="4432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695325" y="1304926"/>
            <a:ext cx="540067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02000" y="3740785"/>
            <a:ext cx="2880000" cy="57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325" y="1283335"/>
            <a:ext cx="10801350" cy="48945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325" y="6356350"/>
            <a:ext cx="2886075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6350"/>
            <a:ext cx="2884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1" Type="http://schemas.openxmlformats.org/officeDocument/2006/relationships/slideLayout" Target="../slideLayouts/slideLayout14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添加文档标题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5702300" y="2122170"/>
            <a:ext cx="791210" cy="9137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01.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6697345" y="2122170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添加目录项标题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9" name="序号"/>
          <p:cNvSpPr txBox="1"/>
          <p:nvPr>
            <p:custDataLst>
              <p:tags r:id="rId4"/>
            </p:custDataLst>
          </p:nvPr>
        </p:nvSpPr>
        <p:spPr>
          <a:xfrm>
            <a:off x="5702300" y="3123565"/>
            <a:ext cx="791210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02.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项标题"/>
          <p:cNvSpPr txBox="1"/>
          <p:nvPr>
            <p:custDataLst>
              <p:tags r:id="rId5"/>
            </p:custDataLst>
          </p:nvPr>
        </p:nvSpPr>
        <p:spPr>
          <a:xfrm>
            <a:off x="6697345" y="3123565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添加目录项标题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2" name="序号"/>
          <p:cNvSpPr txBox="1"/>
          <p:nvPr>
            <p:custDataLst>
              <p:tags r:id="rId6"/>
            </p:custDataLst>
          </p:nvPr>
        </p:nvSpPr>
        <p:spPr>
          <a:xfrm>
            <a:off x="5702300" y="4118610"/>
            <a:ext cx="791210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03.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项标题"/>
          <p:cNvSpPr txBox="1"/>
          <p:nvPr>
            <p:custDataLst>
              <p:tags r:id="rId7"/>
            </p:custDataLst>
          </p:nvPr>
        </p:nvSpPr>
        <p:spPr>
          <a:xfrm>
            <a:off x="6697345" y="4118610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添加目录项标题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5" name="序号"/>
          <p:cNvSpPr txBox="1"/>
          <p:nvPr>
            <p:custDataLst>
              <p:tags r:id="rId8"/>
            </p:custDataLst>
          </p:nvPr>
        </p:nvSpPr>
        <p:spPr>
          <a:xfrm>
            <a:off x="5702300" y="5113655"/>
            <a:ext cx="791210" cy="9017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04.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项标题"/>
          <p:cNvSpPr txBox="1"/>
          <p:nvPr>
            <p:custDataLst>
              <p:tags r:id="rId9"/>
            </p:custDataLst>
          </p:nvPr>
        </p:nvSpPr>
        <p:spPr>
          <a:xfrm>
            <a:off x="6697345" y="5113655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添加目录项标题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老太太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80_1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PRESET_TEXT" val="添加文档标题"/>
  <p:tag name="KSO_WM_UNIT_TEXT_TYPE" val="1"/>
</p:tagLst>
</file>

<file path=ppt/tags/tag70.xml><?xml version="1.0" encoding="utf-8"?>
<p:tagLst xmlns:p="http://schemas.openxmlformats.org/presentationml/2006/main">
  <p:tag name="KSO_WM_UNIT_SUBTYPE" val="b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980_1*f*1"/>
  <p:tag name="KSO_WM_TEMPLATE_CATEGORY" val="custom"/>
  <p:tag name="KSO_WM_TEMPLATE_INDEX" val="20230980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SLIDE_ID" val="custom20230980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980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12567"/>
  <p:tag name="KSO_WM_SLIDE_THEME_NAME" val="紫色业绩汇报办公插画主题模板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980_4*l_h_i*1_1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0980_4*l_h_a*1_1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980_4*l_h_i*1_2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0980_4*l_h_a*1_2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980_4*l_h_i*1_3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0980_4*l_h_a*1_3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980_4*l_h_i*1_4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0980_4*l_h_a*1_4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主题字体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WPS 演示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Aptos Display</vt:lpstr>
      <vt:lpstr>Segoe UI Variable Display</vt:lpstr>
      <vt:lpstr>Aptos</vt:lpstr>
      <vt:lpstr>Segoe UI</vt:lpstr>
      <vt:lpstr>等线</vt:lpstr>
      <vt:lpstr>微软雅黑</vt:lpstr>
      <vt:lpstr>Arial Unicode MS</vt:lpstr>
      <vt:lpstr>Calibri</vt:lpstr>
      <vt:lpstr>Office Theme</vt:lpstr>
      <vt:lpstr>Office 主题​​</vt:lpstr>
      <vt:lpstr>添加文档标题</vt:lpstr>
      <vt:lpstr>目录</vt:lpstr>
      <vt:lpstr>TEST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Masri</dc:creator>
  <cp:lastModifiedBy>安锋</cp:lastModifiedBy>
  <cp:revision>4</cp:revision>
  <dcterms:created xsi:type="dcterms:W3CDTF">2025-07-25T11:31:00Z</dcterms:created>
  <dcterms:modified xsi:type="dcterms:W3CDTF">2025-12-09T05:42:05Z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5BA5AD173E274CD79C3BFA2CA7F4F1B6_12</vt:lpwstr>
  </property>
  <property fmtid="{D5CDD505-2E9C-101B-9397-08002B2CF9AE}" pid="3" name="KSOProductBuildVer">
    <vt:lpwstr>2052-12.1.0.24034</vt:lpwstr>
  </property>
</Properties>
</file>